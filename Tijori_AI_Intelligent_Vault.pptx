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7" r:id="rId3"/>
    <p:sldId id="258" r:id="rId4"/>
    <p:sldId id="259" r:id="rId5"/>
    <p:sldId id="260" r:id="rId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1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F36AFEB-EFE7-79EA-EB31-8C78D850D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286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E0B8BA2-54B0-2DD0-E155-845FAC992249}"/>
              </a:ext>
            </a:extLst>
          </p:cNvPr>
          <p:cNvSpPr/>
          <p:nvPr/>
        </p:nvSpPr>
        <p:spPr>
          <a:xfrm>
            <a:off x="8356600" y="4267200"/>
            <a:ext cx="71628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BEEEA1-A94D-2A60-0656-76D4C21B2507}"/>
              </a:ext>
            </a:extLst>
          </p:cNvPr>
          <p:cNvSpPr/>
          <p:nvPr/>
        </p:nvSpPr>
        <p:spPr>
          <a:xfrm>
            <a:off x="2032000" y="5715000"/>
            <a:ext cx="36576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lgerian" panose="04020705040A02060702" pitchFamily="82" charset="0"/>
                <a:ea typeface="STCaiyun" panose="020B0503020204020204" pitchFamily="2" charset="-122"/>
                <a:cs typeface="ADLaM Display" panose="020F0502020204030204" pitchFamily="2" charset="0"/>
              </a:rPr>
              <a:t>PHASE 4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lgerian" panose="04020705040A02060702" pitchFamily="82" charset="0"/>
              <a:ea typeface="STCaiyun" panose="020B0503020204020204" pitchFamily="2" charset="-122"/>
              <a:cs typeface="ADLaM Display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138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D09F811-B22A-FC60-8B58-B9D5534EC684}"/>
              </a:ext>
            </a:extLst>
          </p:cNvPr>
          <p:cNvSpPr/>
          <p:nvPr/>
        </p:nvSpPr>
        <p:spPr>
          <a:xfrm>
            <a:off x="5308600" y="6477000"/>
            <a:ext cx="5638800" cy="17526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</Words>
  <Application>Microsoft Office PowerPoint</Application>
  <PresentationFormat>Custom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Algerian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Arun Kumar Parmal</cp:lastModifiedBy>
  <cp:revision>4</cp:revision>
  <dcterms:created xsi:type="dcterms:W3CDTF">2006-08-16T00:00:00Z</dcterms:created>
  <dcterms:modified xsi:type="dcterms:W3CDTF">2026-04-30T09:42:56Z</dcterms:modified>
</cp:coreProperties>
</file>